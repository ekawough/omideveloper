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99A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B99AF"/>
                </a:solidFill>
                <a:latin typeface="Arial"/>
              </a:rPr>
              <a:t>Latency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Scorer</c:v>
                  </c:pt>
                  <c:pt idx="2">
                    <c:v>Writer</c:v>
                  </c:pt>
                  <c:pt idx="3">
                    <c:v>CRM Push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700</c:v>
                </c:pt>
                <c:pt idx="1">
                  <c:v>800</c:v>
                </c:pt>
                <c:pt idx="2">
                  <c:v>700</c:v>
                </c:pt>
                <c:pt idx="3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6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9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3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9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1A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SalesSignal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sales assistant for door-to-door reps.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Kawough  |  AMD x lablab.ai Hackathon  |  May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2801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2.3M field reps, zero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68880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00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60+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0584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per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per day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0" y="1463040"/>
            <a:ext cx="2468880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6916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1600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374904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doorstep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463040"/>
            <a:ext cx="2468880" cy="201168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16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600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649224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field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intelligence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lead of the day lives in a voice memo and dies there.
</a:t>
            </a:r>
            <a:pPr indent="0" marL="0">
              <a:buNone/>
            </a:pPr>
            <a:r>
              <a:rPr lang="en-US" sz="13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review nothing. Reps forget names, bills, objections.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Text-only analytics can't hear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homeowner cool off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201168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Acoustic emotion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auto-write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CRM-agnostic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ServiceTitan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GHL + HubSpot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compliance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Geo-aware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$3K/user/yr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$4-5K/user/yr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$0.24/conv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Siro raised $75M without any of the last four rows.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Wearable  →  5 models  →  CRM, in under 5 seconds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463040"/>
            <a:ext cx="1554480" cy="2194560"/>
          </a:xfrm>
          <a:prstGeom prst="rect">
            <a:avLst/>
          </a:prstGeom>
          <a:solidFill>
            <a:srgbClr val="1A2434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Omi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DevKit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audio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331720"/>
            <a:ext cx="182880" cy="182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57400" y="1463040"/>
            <a:ext cx="1554480" cy="2194560"/>
          </a:xfrm>
          <a:prstGeom prst="rect">
            <a:avLst/>
          </a:prstGeom>
          <a:solidFill>
            <a:srgbClr val="1A2434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64592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4884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Nova-2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1488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 + sentiment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331720"/>
            <a:ext cx="182880" cy="1828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40480" y="1463040"/>
            <a:ext cx="1554480" cy="2194560"/>
          </a:xfrm>
          <a:prstGeom prst="rect">
            <a:avLst/>
          </a:prstGeom>
          <a:solidFill>
            <a:srgbClr val="1A2434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64592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3192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SenseVoice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Emotion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39319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acoustic classes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331720"/>
            <a:ext cx="182880" cy="1828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623560" y="1463040"/>
            <a:ext cx="1554480" cy="2194560"/>
          </a:xfrm>
          <a:prstGeom prst="rect">
            <a:avLst/>
          </a:prstGeom>
          <a:solidFill>
            <a:srgbClr val="1A2434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64592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7150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CrewAI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Agents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57150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Score → Write</a:t>
            </a:r>
            <a:endParaRPr lang="en-US" sz="10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2331720"/>
            <a:ext cx="182880" cy="1828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406640" y="1463040"/>
            <a:ext cx="1554480" cy="2194560"/>
          </a:xfrm>
          <a:prstGeom prst="rect">
            <a:avLst/>
          </a:prstGeom>
          <a:solidFill>
            <a:srgbClr val="1A2434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0" y="1645920"/>
            <a:ext cx="457200" cy="4572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49808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GHL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HubSpot</a:t>
            </a:r>
            <a:endParaRPr lang="en-US" sz="1300" dirty="0"/>
          </a:p>
        </p:txBody>
      </p:sp>
      <p:sp>
        <p:nvSpPr>
          <p:cNvPr id="26" name="Text 15"/>
          <p:cNvSpPr/>
          <p:nvPr/>
        </p:nvSpPr>
        <p:spPr>
          <a:xfrm>
            <a:off x="749808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note + deal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running on AMD MI300X via vLLM 0.19.0 (ROCm)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says </a:t>
            </a:r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"sounds good."</a:t>
            </a:r>
            <a:pPr indent="0" marL="0">
              <a:buNone/>
            </a:pPr>
            <a:r>
              <a:rPr lang="en-US" sz="3000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Voice says </a:t>
            </a:r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angry.</a:t>
            </a:r>
            <a:pPr indent="0" marL="0"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That's a dead lead.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7680960" cy="182880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28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"Sounds great, I'll think about it."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SENTIMENT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 (positive)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EMOTION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(0.83 conf)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118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LABEL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118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SUPPRESSED OBJECTION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systems (Siro, Rilla, Gong) see this as positive. We catch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specialists beat one generalist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37744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Parser Agent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name, phone, 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objections, timeline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~700ms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33172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91840" y="1371600"/>
            <a:ext cx="2606040" cy="237744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5544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2336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Scorer + Analyst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56616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 1-10 with rationale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conversation dynamics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6616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~800ms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331720"/>
            <a:ext cx="182880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126480" y="1371600"/>
            <a:ext cx="2606040" cy="237744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54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 Writer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40080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AI note, pushes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GHL and HubSpot in parallel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40080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~700ms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three: Llama 3.1 8B Instruct on AMD MI300X, different system prompts.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the biggest GPU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on the market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945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vllm/vllm-openai-rocm:v0.19.0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Instruct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bfloat16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 tokens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80-100 tok/s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29200" y="137160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31520" y="3749040"/>
            <a:ext cx="3840480" cy="822960"/>
          </a:xfrm>
          <a:prstGeom prst="rect">
            <a:avLst/>
          </a:prstGeom>
          <a:solidFill>
            <a:srgbClr val="1A243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solved: </a:t>
            </a:r>
            <a:pPr indent="0" marL="0">
              <a:buNone/>
            </a:pPr>
            <a:r>
              <a:rPr lang="en-US" sz="11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VLLM_ROCM_USE_AITER_FP4BMM=0 is mandatory.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MXFP4 bmm is broken on MI300X — segfault without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contact, both CRMs,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conversation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657600" cy="228600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GoHighLevel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upserted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attached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created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set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463040"/>
            <a:ext cx="3657600" cy="228600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HubSpot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2920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upserted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attached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created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linked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migration. No routing tax. </a:t>
            </a:r>
            <a:pPr indent="0" marL="0">
              <a:buNone/>
            </a:pPr>
            <a:r>
              <a:rPr lang="en-US" sz="14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Rilla locks you into ServiceTitan with a 5-seat minimum.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Geo-aware consent, audit trail,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BIPA-aware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ONE-PARTY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30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states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self-consents.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still shown.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417320"/>
            <a:ext cx="2651760" cy="228600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002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TWO-PARTY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233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states + DC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1188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must agree.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+ button confirm.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651760" cy="228600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002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BIPA (Illinois)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9037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data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9224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consent form.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$1K-$5K per violation.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Siro and Rilla make consent your problem. We ship the solution.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admin panel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conversations in, we coach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rep personally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2377440"/>
          </a:xfrm>
          <a:prstGeom prst="rect">
            <a:avLst/>
          </a:prstGeom>
          <a:solidFill>
            <a:srgbClr val="121A26"/>
          </a:solidFill>
          <a:ln w="12700">
            <a:solidFill>
              <a:srgbClr val="2331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645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AI COACHING (ROADMAP)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openSMILE prosodic features across 50+ sessions per rep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patterns: energy drops, pacing issues, filler 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coaching: "Your vocal energy drops after 90s — practice pacing"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capture these features. This is the data path, not a promise.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FD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SalesSignal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828800" cy="54864"/>
          </a:xfrm>
          <a:prstGeom prst="rect">
            <a:avLst/>
          </a:prstGeom>
          <a:solidFill>
            <a:srgbClr val="4FD1C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2140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$0.24 per conversation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2432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CRM-agnostic (GHL + HubSpot)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27248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 in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30168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73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pilots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 Kawough  |  github.com/ekawough/salesSignal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SalesSignal</dc:title>
  <dc:subject>PptxGenJS Presentation</dc:subject>
  <dc:creator>Ethan Kawough</dc:creator>
  <cp:lastModifiedBy>Ethan Kawough</cp:lastModifiedBy>
  <cp:revision>1</cp:revision>
  <dcterms:created xsi:type="dcterms:W3CDTF">2026-04-15T23:51:08Z</dcterms:created>
  <dcterms:modified xsi:type="dcterms:W3CDTF">2026-04-15T23:51:08Z</dcterms:modified>
</cp:coreProperties>
</file>